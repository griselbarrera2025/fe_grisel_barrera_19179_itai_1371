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Final Exam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Grisel Barrera</a:t>
            </a:r>
          </a:p>
          <a:p>
            <a:r>
              <a:t>ITAI 1371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pPr lvl="1"/>
            <a:r>
              <a:t>Predict scholarship status and evaluate regression performance.</a:t>
            </a:r>
          </a:p>
          <a:p>
            <a:pPr lvl="1"/>
            <a:r>
              <a:t>Applied preprocessing, feature engineering, scaling, and encoding.</a:t>
            </a:r>
          </a:p>
          <a:p>
            <a:pPr lvl="1"/>
            <a:r>
              <a:t>Compared multiple machine learning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Used:</a:t>
            </a:r>
          </a:p>
          <a:p>
            <a:pPr lvl="1"/>
            <a:r>
              <a:t>Logistic Regression</a:t>
            </a:r>
          </a:p>
          <a:p>
            <a:pPr lvl="1"/>
            <a:r>
              <a:t>Decision Tree</a:t>
            </a:r>
          </a:p>
          <a:p>
            <a:pPr lvl="1"/>
            <a:r>
              <a:t>Random Forest</a:t>
            </a:r>
          </a:p>
          <a:p>
            <a:pPr lvl="1"/>
            <a:r>
              <a:t>Gradient Boosting</a:t>
            </a:r>
          </a:p>
          <a:p>
            <a:pPr lvl="1"/>
            <a:r>
              <a:t>KNN</a:t>
            </a:r>
          </a:p>
          <a:p>
            <a:pPr lvl="1"/>
            <a:r>
              <a:t>SVC</a:t>
            </a:r>
          </a:p>
          <a:p>
            <a:pPr lvl="1"/>
            <a:r>
              <a:t>Voting Ensemble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Classification Model:</a:t>
            </a:r>
          </a:p>
          <a:p>
            <a:pPr lvl="1"/>
            <a:r>
              <a:t>Logistic Regression achieved highest ROC/AUC score (0.510874).</a:t>
            </a:r>
          </a:p>
          <a:p>
            <a:pPr/>
            <a:r>
              <a:t>Best Regression Model:</a:t>
            </a:r>
          </a:p>
          <a:p>
            <a:pPr lvl="1"/>
            <a:r>
              <a:t>Linear Regression achieved lowest MAE/MSE and highest R².</a:t>
            </a:r>
          </a:p>
          <a:p>
            <a:pPr lvl="1"/>
            <a:r>
              <a:t>Worst Regression Model: Decision Tree Regressor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Machine learning models were successfully trained and evaluated.</a:t>
            </a:r>
          </a:p>
          <a:p>
            <a:pPr lvl="1"/>
            <a:r>
              <a:t>Feature engineering and preprocessing improved model readiness.</a:t>
            </a:r>
          </a:p>
          <a:p>
            <a:pPr lvl="1"/>
            <a:r>
              <a:t>Ensemble methods were tested for comparison.</a:t>
            </a:r>
          </a:p>
          <a:p>
            <a:pPr lvl="1"/>
            <a:r>
              <a:t>Model evaluation metrics provided performance insights.</a:t>
            </a:r>
          </a:p>
          <a:p>
            <a:pPr lvl="1"/>
            <a:r>
              <a:t>Project demonstrated a complete ML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